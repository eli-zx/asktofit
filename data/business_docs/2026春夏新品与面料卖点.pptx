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 春夏新品与面料卖点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星辰服饰旗舰店 · 售前培训资料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真丝系列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面料：19 姆米桑蚕丝，垂坠感好，适合通勤与宴会场景。</a:t>
            </a:r>
          </a:p>
          <a:p>
            <a:pPr>
              <a:defRPr sz="2000"/>
            </a:pPr>
            <a:r>
              <a:t>洗涤：30 度以下冷水手洗，使用中性洗涤剂，阴凉处平铺晾干。</a:t>
            </a:r>
          </a:p>
          <a:p>
            <a:pPr>
              <a:defRPr sz="2000"/>
            </a:pPr>
            <a:r>
              <a:t>禁忌：不可机洗、不可漂白、不可高温熨烫。</a:t>
            </a:r>
          </a:p>
          <a:p>
            <a:pPr>
              <a:defRPr sz="2000"/>
            </a:pPr>
            <a:r>
              <a:t>退换：已洗涤的真丝衬衫不支持七天无理由退换，质量问题 30 天内可申请质检。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凉感棉系列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面料：60 支长绒棉，轻薄透气，适合夏季日常穿着。</a:t>
            </a:r>
          </a:p>
          <a:p>
            <a:pPr>
              <a:defRPr sz="2000"/>
            </a:pPr>
            <a:r>
              <a:t>洗涤：支持 30 度机洗，深浅色分开，避免长时间浸泡。</a:t>
            </a:r>
          </a:p>
          <a:p>
            <a:pPr>
              <a:defRPr sz="2000"/>
            </a:pPr>
            <a:r>
              <a:t>卖点：吸湿排汗、不易起球、版型稳定。</a:t>
            </a:r>
          </a:p>
          <a:p>
            <a:pPr>
              <a:defRPr sz="2000"/>
            </a:pPr>
            <a:r>
              <a:t>退换：支持 7 天无理由退换，吊牌完整且未洗涤。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定制西装系列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面料：羊毛混纺，挺括抗皱，适合商务与婚礼场景。</a:t>
            </a:r>
          </a:p>
          <a:p>
            <a:pPr>
              <a:defRPr sz="2000"/>
            </a:pPr>
            <a:r>
              <a:t>流程：预约量体 → 选择面料 → 确认版型 → 生产 → 试穿微调。</a:t>
            </a:r>
          </a:p>
          <a:p>
            <a:pPr>
              <a:defRPr sz="2000"/>
            </a:pPr>
            <a:r>
              <a:t>周期：下单后 7-10 个工作日完成，旺季顺延 3 天。</a:t>
            </a:r>
          </a:p>
          <a:p>
            <a:pPr>
              <a:defRPr sz="2000"/>
            </a:pPr>
            <a:r>
              <a:t>退换：定制商品不支持七天无理由退换，质量问题 30 天内处理。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真丝面料护理卡</a:t>
            </a:r>
          </a:p>
        </p:txBody>
      </p:sp>
      <p:pic>
        <p:nvPicPr>
          <p:cNvPr id="3" name="Picture 2" descr="真丝面料卡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737360"/>
            <a:ext cx="9509760" cy="54945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凉感棉面料卡</a:t>
            </a:r>
          </a:p>
        </p:txBody>
      </p:sp>
      <p:pic>
        <p:nvPicPr>
          <p:cNvPr id="3" name="Picture 2" descr="凉感棉面料卡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737360"/>
            <a:ext cx="9509760" cy="54945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定制西装交付说明</a:t>
            </a:r>
          </a:p>
        </p:txBody>
      </p:sp>
      <p:pic>
        <p:nvPicPr>
          <p:cNvPr id="3" name="Picture 2" descr="定制西装卡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737360"/>
            <a:ext cx="9509760" cy="54945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面料与退换规则对照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332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731520">
                <a:tc>
                  <a:txBody>
                    <a:bodyPr/>
                    <a:lstStyle/>
                    <a:p>
                      <a:r>
                        <a:t>系列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核心面料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洗涤方式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退换注意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真丝系列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 姆米桑蚕丝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冷水手洗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洗后不支持无理由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凉感棉系列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 支长绒棉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 度机洗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支持 7 天无理由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定制西装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羊毛混纺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建议干洗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不支持 7 天无理由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