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物流说明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服装售前知识库 · 多格式解析样例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物流时效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现货商品付款后 48 小时内发出，大促期间延长至 72 小时。</a:t>
            </a:r>
          </a:p>
          <a:p>
            <a:pPr>
              <a:defRPr sz="2000"/>
            </a:pPr>
            <a:r>
              <a:t>江浙沪皖 1 至 2 天送达，其他地区 2 至 6 天。</a:t>
            </a:r>
          </a:p>
          <a:p>
            <a:pPr>
              <a:defRPr sz="2000"/>
            </a:pPr>
            <a:r>
              <a:t>新疆、西藏、内蒙古偏远地区 5 至 8 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运费标准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单笔订单实付满 199 元包邮。</a:t>
            </a:r>
          </a:p>
          <a:p>
            <a:pPr>
              <a:defRPr sz="2000"/>
            </a:pPr>
            <a:r>
              <a:t>未满 199 元收取基础运费 10 元。</a:t>
            </a:r>
          </a:p>
          <a:p>
            <a:pPr>
              <a:defRPr sz="2000"/>
            </a:pPr>
            <a:r>
              <a:t>偏远地区加收 15 元偏远运费。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物流异常处理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包裹 48 小时无更新，联系客服发起查询。</a:t>
            </a:r>
          </a:p>
          <a:p>
            <a:pPr>
              <a:defRPr sz="2000"/>
            </a:pPr>
            <a:r>
              <a:t>确认丢件后可选补发或全额退款。</a:t>
            </a:r>
          </a:p>
          <a:p>
            <a:pPr>
              <a:defRPr sz="2000"/>
            </a:pPr>
            <a:r>
              <a:t>外包装破损请当场拒收并拍照留证。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